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D213E"/>
                </a:solidFill>
              </a:rPr>
              <a:t>PhysioGuard Final Round Submission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2081E2"/>
                </a:solidFill>
              </a:rPr>
              <a:t>Team ANC-052 | Patient Deterioration Prediction (12-hour early warning)</a:t>
            </a:r>
          </a:p>
          <a:p>
            <a:r>
              <a:rPr sz="1800">
                <a:solidFill>
                  <a:srgbClr val="2081E2"/>
                </a:solidFill>
              </a:rPr>
              <a:t>Date: 2026-04-03 | Run: run_20260401_095900_876038_stage2_fl10_from_recovered_dl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213E"/>
                </a:solidFill>
              </a:rPr>
              <a:t>Clinical Problem and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81E2"/>
                </a:solidFill>
              </a:defRPr>
            </a:pPr>
            <a:r>
              <a:t>Final-round framing: evidence-backed, reproducible, judge-auditable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33044"/>
                </a:solidFill>
              </a:defRPr>
            </a:pPr>
            <a:r>
              <a:t>Deterioration events are rare (~5.25%), so naive accuracy is misleading.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The objective is early 12-hour risk detection with practical triage value.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The final system is evaluated for reliability, not just one-off score peaks.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213E"/>
                </a:solidFill>
              </a:rPr>
              <a:t>Data and Validation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33044"/>
                </a:solidFill>
              </a:defRPr>
            </a:pPr>
            <a:r>
              <a:t>Primary evaluation alignment rows: 59756.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Label alignment check: labels_match = True.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Stratified benchmark sample rows: 10000.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Claims are made only on same-split comparable evaluations.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213E"/>
                </a:solidFill>
              </a:rPr>
              <a:t>Modeling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33044"/>
                </a:solidFill>
              </a:defRPr>
            </a:pPr>
            <a:r>
              <a:t>Parallel branches: Deep temporal model + CatBoost tabular model.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Final prediction is an evidence-validated ensemble.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Config highlights: Python 3.10, FL enabled, DG enabled, XAI enabled.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Training and outputs are tracked as auditable artifacts.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213E"/>
                </a:solidFill>
              </a:rPr>
              <a:t>Best Run Performance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81E2"/>
                </a:solidFill>
              </a:defRPr>
            </a:pPr>
            <a:r>
              <a:t>Source: evidence_latest_run.json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33044"/>
                </a:solidFill>
              </a:defRPr>
            </a:pPr>
            <a:r>
              <a:t>Ensemble PR-AUC: 0.738931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Ensemble ROC-AUC: 0.964163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CatBoost PR-AUC: 0.734563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Deep Learning PR-AUC: 0.614460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213E"/>
                </a:solidFill>
              </a:rPr>
              <a:t>Final Strict Benchmark: Ensemble vs TimeSFM Proxy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81E2"/>
                </a:solidFill>
              </a:defRPr>
            </a:pPr>
            <a:r>
              <a:t>Source: benchmark_summary.json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3044"/>
                </a:solidFill>
              </a:defRPr>
            </a:pPr>
            <a:r>
              <a:t>Ensemble PR-AUC: 0.714477</a:t>
            </a:r>
          </a:p>
          <a:p>
            <a:pPr>
              <a:defRPr sz="2000">
                <a:solidFill>
                  <a:srgbClr val="233044"/>
                </a:solidFill>
              </a:defRPr>
            </a:pPr>
            <a:r>
              <a:t>TimeSFM Proxy PR-AUC: 0.079360</a:t>
            </a:r>
          </a:p>
          <a:p>
            <a:pPr>
              <a:defRPr sz="2000">
                <a:solidFill>
                  <a:srgbClr val="233044"/>
                </a:solidFill>
              </a:defRPr>
            </a:pPr>
            <a:r>
              <a:t>PR-AUC delta (ensemble - proxy): 0.635117</a:t>
            </a:r>
          </a:p>
          <a:p>
            <a:pPr>
              <a:defRPr sz="2000">
                <a:solidFill>
                  <a:srgbClr val="233044"/>
                </a:solidFill>
              </a:defRPr>
            </a:pPr>
            <a:r>
              <a:t>ROC-AUC delta (ensemble - proxy): 0.298051</a:t>
            </a:r>
          </a:p>
          <a:p>
            <a:pPr>
              <a:defRPr sz="2000">
                <a:solidFill>
                  <a:srgbClr val="233044"/>
                </a:solidFill>
              </a:defRPr>
            </a:pPr>
            <a:r>
              <a:t>Brier improvement (proxy - ensemble): 0.240594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213E"/>
                </a:solidFill>
              </a:rPr>
              <a:t>Reproducibility and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33044"/>
                </a:solidFill>
              </a:defRPr>
            </a:pPr>
            <a:r>
              <a:t>Best run evidence includes SHA256 hashes for core artifacts.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Notebook workflow validates consistency and emits report output.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All final claims map to files in one clean submission package.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No inaccessible or hidden dependencies for judging assets.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213E"/>
                </a:solidFill>
              </a:rPr>
              <a:t>Demo Flow (What Judges Will See)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33044"/>
                </a:solidFill>
              </a:defRPr>
            </a:pPr>
            <a:r>
              <a:t>1) Dashboard executive overview with best-run metrics.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2) Final benchmark evidence screen with explicit deltas.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3) Reproducibility proof from notebook/report output.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4) Submission checklist and clear claim boundaries.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213E"/>
                </a:solidFill>
              </a:rPr>
              <a:t>Submission Readiness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33044"/>
                </a:solidFill>
              </a:defRPr>
            </a:pPr>
            <a:r>
              <a:t>Updated notebook link: public and viewable without access request.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Final PPT link: public and &lt;= 10 slides.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Demo video link: public with clear audio and metric narration.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Final verification done in incognito before form submit.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213E"/>
                </a:solidFill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33044"/>
                </a:solidFill>
              </a:defRPr>
            </a:pPr>
            <a:r>
              <a:t>ANC-052 combines measurable performance, strict reproducibility, and practical triage UX.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This is not a slide-only prototype: it is an evidence-backed final-round package.</a:t>
            </a:r>
          </a:p>
          <a:p>
            <a:pPr>
              <a:defRPr sz="2400">
                <a:solidFill>
                  <a:srgbClr val="233044"/>
                </a:solidFill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